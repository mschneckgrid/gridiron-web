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DF91B-FEA0-42CB-8DFA-33A779D3E22D}" v="1" dt="2026-02-27T22:32:20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8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Schneck" userId="f5d23f07-cfda-4a8b-8ed4-7c85a78387ea" providerId="ADAL" clId="{9DADDA06-764E-418B-9356-90AEBB0A4B48}"/>
    <pc:docChg chg="addSld delSld modSld">
      <pc:chgData name="Mike Schneck" userId="f5d23f07-cfda-4a8b-8ed4-7c85a78387ea" providerId="ADAL" clId="{9DADDA06-764E-418B-9356-90AEBB0A4B48}" dt="2026-02-27T22:32:23.222" v="1" actId="47"/>
      <pc:docMkLst>
        <pc:docMk/>
      </pc:docMkLst>
      <pc:sldChg chg="add">
        <pc:chgData name="Mike Schneck" userId="f5d23f07-cfda-4a8b-8ed4-7c85a78387ea" providerId="ADAL" clId="{9DADDA06-764E-418B-9356-90AEBB0A4B48}" dt="2026-02-27T22:32:20.941" v="0"/>
        <pc:sldMkLst>
          <pc:docMk/>
          <pc:sldMk cId="2436904910" sldId="259"/>
        </pc:sldMkLst>
      </pc:sldChg>
      <pc:sldChg chg="del">
        <pc:chgData name="Mike Schneck" userId="f5d23f07-cfda-4a8b-8ed4-7c85a78387ea" providerId="ADAL" clId="{9DADDA06-764E-418B-9356-90AEBB0A4B48}" dt="2026-02-27T22:32:23.222" v="1" actId="47"/>
        <pc:sldMkLst>
          <pc:docMk/>
          <pc:sldMk cId="3897431615" sldId="270"/>
        </pc:sldMkLst>
      </pc:sldChg>
      <pc:sldMasterChg chg="delSldLayout">
        <pc:chgData name="Mike Schneck" userId="f5d23f07-cfda-4a8b-8ed4-7c85a78387ea" providerId="ADAL" clId="{9DADDA06-764E-418B-9356-90AEBB0A4B48}" dt="2026-02-27T22:32:23.222" v="1" actId="47"/>
        <pc:sldMasterMkLst>
          <pc:docMk/>
          <pc:sldMasterMk cId="753831322" sldId="2147483660"/>
        </pc:sldMasterMkLst>
        <pc:sldLayoutChg chg="del">
          <pc:chgData name="Mike Schneck" userId="f5d23f07-cfda-4a8b-8ed4-7c85a78387ea" providerId="ADAL" clId="{9DADDA06-764E-418B-9356-90AEBB0A4B48}" dt="2026-02-27T22:32:23.222" v="1" actId="47"/>
          <pc:sldLayoutMkLst>
            <pc:docMk/>
            <pc:sldMasterMk cId="753831322" sldId="2147483660"/>
            <pc:sldLayoutMk cId="4057474234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DADE-93F1-47BF-8AF3-E168BA452EE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428D0-46D0-4847-826E-E84D061396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2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6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173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77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3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497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40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2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41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78B18-A093-4D52-AEF6-035465A23003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E312C-CBC7-7B48-9BD4-C1922560B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7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9CB7E-D964-44A4-8A47-68241D41B6A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4D4B9-D84D-49BA-BEBD-21B821625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3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386"/>
            <a:ext cx="9140305" cy="6855228"/>
          </a:xfrm>
          <a:prstGeom prst="rect">
            <a:avLst/>
          </a:prstGeom>
        </p:spPr>
      </p:pic>
      <p:sp>
        <p:nvSpPr>
          <p:cNvPr id="7" name="Content Placeholder 11"/>
          <p:cNvSpPr>
            <a:spLocks noGrp="1"/>
          </p:cNvSpPr>
          <p:nvPr>
            <p:ph idx="4294967295"/>
          </p:nvPr>
        </p:nvSpPr>
        <p:spPr>
          <a:xfrm>
            <a:off x="457200" y="1262063"/>
            <a:ext cx="8229600" cy="485457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itle 10"/>
          <p:cNvSpPr>
            <a:spLocks noGrp="1"/>
          </p:cNvSpPr>
          <p:nvPr>
            <p:ph type="title" idx="4294967295"/>
          </p:nvPr>
        </p:nvSpPr>
        <p:spPr>
          <a:xfrm>
            <a:off x="457200" y="177800"/>
            <a:ext cx="8229600" cy="61595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solidFill>
                  <a:srgbClr val="BA9864"/>
                </a:solidFill>
                <a:latin typeface="Arial"/>
                <a:cs typeface="Arial"/>
              </a:rPr>
              <a:t>GRIDIRON </a:t>
            </a:r>
            <a:r>
              <a:rPr lang="en-US" sz="2400" b="1" dirty="0">
                <a:solidFill>
                  <a:srgbClr val="63666B"/>
                </a:solidFill>
                <a:latin typeface="Arial"/>
                <a:cs typeface="Arial"/>
              </a:rPr>
              <a:t>TACTICAL FIXED INCOME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872067"/>
            <a:ext cx="82296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856ADB-2B60-4A3C-B1AF-8A5CE78A11F2}"/>
              </a:ext>
            </a:extLst>
          </p:cNvPr>
          <p:cNvCxnSpPr/>
          <p:nvPr/>
        </p:nvCxnSpPr>
        <p:spPr>
          <a:xfrm>
            <a:off x="457200" y="872067"/>
            <a:ext cx="5715000" cy="0"/>
          </a:xfrm>
          <a:prstGeom prst="line">
            <a:avLst/>
          </a:prstGeom>
          <a:ln w="41275">
            <a:solidFill>
              <a:srgbClr val="BA9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D35E12F-B94F-49DA-80A7-F19979F4ABB2}"/>
              </a:ext>
            </a:extLst>
          </p:cNvPr>
          <p:cNvSpPr txBox="1">
            <a:spLocks/>
          </p:cNvSpPr>
          <p:nvPr/>
        </p:nvSpPr>
        <p:spPr>
          <a:xfrm>
            <a:off x="457200" y="6303931"/>
            <a:ext cx="2133600" cy="3392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3A39814-8689-7947-8391-353AB9027F07}" type="slidenum">
              <a:rPr lang="en-US" sz="1000" b="1" smtClean="0">
                <a:solidFill>
                  <a:schemeClr val="bg1"/>
                </a:solidFill>
                <a:latin typeface="Arial Bold"/>
                <a:cs typeface="Arial Bold"/>
              </a:rPr>
              <a:pPr algn="l"/>
              <a:t>1</a:t>
            </a:fld>
            <a:endParaRPr lang="en-US" sz="1000" b="1" dirty="0">
              <a:solidFill>
                <a:schemeClr val="bg1"/>
              </a:solidFill>
              <a:latin typeface="Arial Bold"/>
              <a:cs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2436904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bd9dcd9-92cf-40b2-9c5b-3ea491f78539" xsi:nil="true"/>
    <lcf76f155ced4ddcb4097134ff3c332f xmlns="b7db74b6-0311-4179-8757-7096aa1e0ff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45E39BCC0564E9780ED2C62BF9AAF" ma:contentTypeVersion="12" ma:contentTypeDescription="Create a new document." ma:contentTypeScope="" ma:versionID="cb08e346754dd6d0b71e82b90c52e113">
  <xsd:schema xmlns:xsd="http://www.w3.org/2001/XMLSchema" xmlns:xs="http://www.w3.org/2001/XMLSchema" xmlns:p="http://schemas.microsoft.com/office/2006/metadata/properties" xmlns:ns2="b7db74b6-0311-4179-8757-7096aa1e0ffb" xmlns:ns3="7bd9dcd9-92cf-40b2-9c5b-3ea491f78539" targetNamespace="http://schemas.microsoft.com/office/2006/metadata/properties" ma:root="true" ma:fieldsID="22e3a96bf719a06bcf5703e9101f2b1f" ns2:_="" ns3:_="">
    <xsd:import namespace="b7db74b6-0311-4179-8757-7096aa1e0ffb"/>
    <xsd:import namespace="7bd9dcd9-92cf-40b2-9c5b-3ea491f785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b74b6-0311-4179-8757-7096aa1e0f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337f0fc6-b16f-4cde-9b76-2f5600fd7b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9dcd9-92cf-40b2-9c5b-3ea491f7853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5e447b4-8171-4c56-bb17-a6238b964e63}" ma:internalName="TaxCatchAll" ma:showField="CatchAllData" ma:web="7bd9dcd9-92cf-40b2-9c5b-3ea491f785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63E6CB6-570D-4868-918D-567466D5F8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1FDBA2-ADAA-47F4-83D6-665E824F7A07}">
  <ds:schemaRefs>
    <ds:schemaRef ds:uri="http://schemas.microsoft.com/office/2006/metadata/properties"/>
    <ds:schemaRef ds:uri="http://schemas.microsoft.com/office/infopath/2007/PartnerControls"/>
    <ds:schemaRef ds:uri="7bd9dcd9-92cf-40b2-9c5b-3ea491f78539"/>
    <ds:schemaRef ds:uri="b7db74b6-0311-4179-8757-7096aa1e0ffb"/>
  </ds:schemaRefs>
</ds:datastoreItem>
</file>

<file path=customXml/itemProps3.xml><?xml version="1.0" encoding="utf-8"?>
<ds:datastoreItem xmlns:ds="http://schemas.openxmlformats.org/officeDocument/2006/customXml" ds:itemID="{70D1C93A-23B4-46D3-893C-86108A8E4F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db74b6-0311-4179-8757-7096aa1e0ffb"/>
    <ds:schemaRef ds:uri="7bd9dcd9-92cf-40b2-9c5b-3ea491f785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Bold</vt:lpstr>
      <vt:lpstr>Office Theme</vt:lpstr>
      <vt:lpstr>GRIDIRON TACTICAL FIXED INCOME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Schneck</dc:creator>
  <cp:lastModifiedBy>Mike Schneck</cp:lastModifiedBy>
  <cp:revision>1</cp:revision>
  <dcterms:created xsi:type="dcterms:W3CDTF">2026-02-27T22:30:23Z</dcterms:created>
  <dcterms:modified xsi:type="dcterms:W3CDTF">2026-02-27T22:32:29Z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0x0101001BF45E39BCC0564E9780ED2C62BF9AAF</vt:lpwstr>
  </property>
  <property fmtid="{D5CDD505-2E9C-101B-9397-08002B2CF9AE}" pid="3" name="MediaServiceImageTags">
    <vt:lpwstr/>
  </property>
</Properties>
</file>