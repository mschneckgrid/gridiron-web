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311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4A17E-5148-4365-9E8C-66AEEC972982}" v="1" dt="2026-02-27T22:33:08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DADE-93F1-47BF-8AF3-E168BA452EE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428D0-46D0-4847-826E-E84D06139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2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6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8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8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73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7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3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97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4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2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41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B18-A093-4D52-AEF6-035465A23003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312C-CBC7-7B48-9BD4-C1922560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7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3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tent Slide_Blank-4.3-ALT_Fina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" y="0"/>
            <a:ext cx="9139938" cy="6858000"/>
          </a:xfrm>
          <a:prstGeom prst="rect">
            <a:avLst/>
          </a:prstGeom>
        </p:spPr>
      </p:pic>
      <p:sp>
        <p:nvSpPr>
          <p:cNvPr id="4" name="Title 10"/>
          <p:cNvSpPr txBox="1">
            <a:spLocks/>
          </p:cNvSpPr>
          <p:nvPr/>
        </p:nvSpPr>
        <p:spPr>
          <a:xfrm>
            <a:off x="457200" y="177801"/>
            <a:ext cx="8229600" cy="615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dirty="0">
                <a:solidFill>
                  <a:srgbClr val="BA9864"/>
                </a:solidFill>
                <a:latin typeface="Arial"/>
                <a:cs typeface="Arial"/>
              </a:rPr>
              <a:t>CONTACT </a:t>
            </a:r>
            <a:r>
              <a:rPr lang="en-US" sz="2400" b="1" dirty="0">
                <a:solidFill>
                  <a:srgbClr val="515257"/>
                </a:solidFill>
                <a:latin typeface="Arial"/>
                <a:cs typeface="Arial"/>
              </a:rPr>
              <a:t>INFORMATION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57200" y="872067"/>
            <a:ext cx="8229600" cy="0"/>
          </a:xfrm>
          <a:prstGeom prst="line">
            <a:avLst/>
          </a:prstGeom>
          <a:ln w="412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57200" y="872067"/>
            <a:ext cx="5715000" cy="0"/>
          </a:xfrm>
          <a:prstGeom prst="line">
            <a:avLst/>
          </a:prstGeom>
          <a:ln w="41275">
            <a:solidFill>
              <a:srgbClr val="BA9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0" y="1193800"/>
            <a:ext cx="3200400" cy="1367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AHOMA"/>
                <a:cs typeface="TAHOMA"/>
              </a:rPr>
              <a:t>101 Bradford Road, Suite 200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AHOMA"/>
                <a:cs typeface="TAHOMA"/>
              </a:rPr>
              <a:t>Wexford, PA 15090</a:t>
            </a:r>
          </a:p>
          <a:p>
            <a:pPr>
              <a:lnSpc>
                <a:spcPct val="150000"/>
              </a:lnSpc>
            </a:pPr>
            <a:r>
              <a:rPr lang="is-IS" sz="1400" dirty="0">
                <a:latin typeface="TAHOMA"/>
                <a:cs typeface="TAHOMA"/>
              </a:rPr>
              <a:t>724-759-7848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AHOMA"/>
                <a:cs typeface="TAHOMA"/>
              </a:rPr>
              <a:t>Mike@gridironpartners.com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652" y="1257300"/>
            <a:ext cx="23134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BA9864"/>
                </a:solidFill>
                <a:latin typeface="Arial"/>
                <a:cs typeface="Arial"/>
              </a:rPr>
              <a:t>MIKE SCHNECK</a:t>
            </a:r>
          </a:p>
          <a:p>
            <a:r>
              <a:rPr lang="en-US" dirty="0">
                <a:solidFill>
                  <a:srgbClr val="515257"/>
                </a:solidFill>
                <a:latin typeface="Arial"/>
                <a:cs typeface="Arial"/>
              </a:rPr>
              <a:t>Managing Partner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152D3887-9035-DF4A-ACC1-C0A8AE23328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57200" y="6303931"/>
            <a:ext cx="2133600" cy="339272"/>
          </a:xfrm>
          <a:prstGeom prst="rect">
            <a:avLst/>
          </a:prstGeom>
        </p:spPr>
        <p:txBody>
          <a:bodyPr/>
          <a:lstStyle/>
          <a:p>
            <a:pPr algn="l"/>
            <a:fld id="{C3A39814-8689-7947-8391-353AB9027F07}" type="slidenum">
              <a:rPr lang="en-US" sz="1000" b="1" smtClean="0">
                <a:solidFill>
                  <a:schemeClr val="bg1"/>
                </a:solidFill>
                <a:latin typeface="Arial Bold"/>
                <a:cs typeface="Arial Bold"/>
              </a:rPr>
              <a:pPr algn="l"/>
              <a:t>1</a:t>
            </a:fld>
            <a:endParaRPr lang="en-US" sz="1000" b="1" dirty="0">
              <a:solidFill>
                <a:schemeClr val="bg1"/>
              </a:solidFill>
              <a:latin typeface="Arial Bold"/>
              <a:cs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1452354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d9dcd9-92cf-40b2-9c5b-3ea491f78539" xsi:nil="true"/>
    <lcf76f155ced4ddcb4097134ff3c332f xmlns="b7db74b6-0311-4179-8757-7096aa1e0ff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F45E39BCC0564E9780ED2C62BF9AAF" ma:contentTypeVersion="12" ma:contentTypeDescription="Create a new document." ma:contentTypeScope="" ma:versionID="cb08e346754dd6d0b71e82b90c52e113">
  <xsd:schema xmlns:xsd="http://www.w3.org/2001/XMLSchema" xmlns:xs="http://www.w3.org/2001/XMLSchema" xmlns:p="http://schemas.microsoft.com/office/2006/metadata/properties" xmlns:ns2="b7db74b6-0311-4179-8757-7096aa1e0ffb" xmlns:ns3="7bd9dcd9-92cf-40b2-9c5b-3ea491f78539" targetNamespace="http://schemas.microsoft.com/office/2006/metadata/properties" ma:root="true" ma:fieldsID="22e3a96bf719a06bcf5703e9101f2b1f" ns2:_="" ns3:_="">
    <xsd:import namespace="b7db74b6-0311-4179-8757-7096aa1e0ffb"/>
    <xsd:import namespace="7bd9dcd9-92cf-40b2-9c5b-3ea491f785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b74b6-0311-4179-8757-7096aa1e0f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37f0fc6-b16f-4cde-9b76-2f5600fd7b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9dcd9-92cf-40b2-9c5b-3ea491f7853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5e447b4-8171-4c56-bb17-a6238b964e63}" ma:internalName="TaxCatchAll" ma:showField="CatchAllData" ma:web="7bd9dcd9-92cf-40b2-9c5b-3ea491f785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3E6CB6-570D-4868-918D-567466D5F8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1FDBA2-ADAA-47F4-83D6-665E824F7A07}">
  <ds:schemaRefs>
    <ds:schemaRef ds:uri="http://schemas.microsoft.com/office/2006/metadata/properties"/>
    <ds:schemaRef ds:uri="http://schemas.microsoft.com/office/infopath/2007/PartnerControls"/>
    <ds:schemaRef ds:uri="7bd9dcd9-92cf-40b2-9c5b-3ea491f78539"/>
    <ds:schemaRef ds:uri="b7db74b6-0311-4179-8757-7096aa1e0ffb"/>
  </ds:schemaRefs>
</ds:datastoreItem>
</file>

<file path=customXml/itemProps3.xml><?xml version="1.0" encoding="utf-8"?>
<ds:datastoreItem xmlns:ds="http://schemas.openxmlformats.org/officeDocument/2006/customXml" ds:itemID="{70D1C93A-23B4-46D3-893C-86108A8E4F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db74b6-0311-4179-8757-7096aa1e0ffb"/>
    <ds:schemaRef ds:uri="7bd9dcd9-92cf-40b2-9c5b-3ea491f785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23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Bold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Schneck</dc:creator>
  <cp:lastModifiedBy>Mike Schneck</cp:lastModifiedBy>
  <cp:revision>3</cp:revision>
  <dcterms:created xsi:type="dcterms:W3CDTF">2026-02-27T22:30:23Z</dcterms:created>
  <dcterms:modified xsi:type="dcterms:W3CDTF">2026-02-27T22:33:26Z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0x0101001BF45E39BCC0564E9780ED2C62BF9AAF</vt:lpwstr>
  </property>
</Properties>
</file>